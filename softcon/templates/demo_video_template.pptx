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5920"/>
    <a:srgbClr val="BD0E85"/>
    <a:srgbClr val="C15A52"/>
    <a:srgbClr val="341D6B"/>
    <a:srgbClr val="006CA7"/>
    <a:srgbClr val="006B78"/>
    <a:srgbClr val="8FD6E5"/>
    <a:srgbClr val="8C1D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D5C25F3-4A42-4C6D-88C3-B69800D044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316"/>
          <a:stretch/>
        </p:blipFill>
        <p:spPr>
          <a:xfrm>
            <a:off x="0" y="0"/>
            <a:ext cx="12205102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2195078E-694C-4411-81BD-97623F4C25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51784" y="6402236"/>
            <a:ext cx="2878006" cy="310130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6A1BB79A-CCCE-4E20-A975-0F8C8C7EED8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7169" y="455849"/>
            <a:ext cx="3054231" cy="707746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54BC2FC8-BE87-48DF-8617-5DB22E1EEF15}"/>
              </a:ext>
            </a:extLst>
          </p:cNvPr>
          <p:cNvGrpSpPr/>
          <p:nvPr userDrawn="1"/>
        </p:nvGrpSpPr>
        <p:grpSpPr>
          <a:xfrm>
            <a:off x="8751784" y="580524"/>
            <a:ext cx="2866527" cy="534945"/>
            <a:chOff x="8751784" y="580524"/>
            <a:chExt cx="2866527" cy="534945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012EEC02-472E-4EED-8511-B965B879BB87}"/>
                </a:ext>
              </a:extLst>
            </p:cNvPr>
            <p:cNvSpPr/>
            <p:nvPr userDrawn="1"/>
          </p:nvSpPr>
          <p:spPr>
            <a:xfrm>
              <a:off x="8751784" y="580524"/>
              <a:ext cx="2866527" cy="53494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88B3236F-66F3-4E34-A0D6-5127D74CE2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953090" y="703886"/>
              <a:ext cx="2439947" cy="30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3484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5299729-E4EC-4660-9114-E271012EC5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316"/>
          <a:stretch/>
        </p:blipFill>
        <p:spPr>
          <a:xfrm>
            <a:off x="0" y="0"/>
            <a:ext cx="12205102" cy="6858000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D68C13-DE62-44DA-A70F-2B432F4129D2}"/>
              </a:ext>
            </a:extLst>
          </p:cNvPr>
          <p:cNvGrpSpPr/>
          <p:nvPr userDrawn="1"/>
        </p:nvGrpSpPr>
        <p:grpSpPr>
          <a:xfrm>
            <a:off x="9910250" y="760847"/>
            <a:ext cx="1553002" cy="289818"/>
            <a:chOff x="8751784" y="580524"/>
            <a:chExt cx="2866527" cy="534945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BC7964F1-9851-4656-81A0-84D9115CADD8}"/>
                </a:ext>
              </a:extLst>
            </p:cNvPr>
            <p:cNvSpPr/>
            <p:nvPr userDrawn="1"/>
          </p:nvSpPr>
          <p:spPr>
            <a:xfrm>
              <a:off x="8751784" y="580524"/>
              <a:ext cx="2866527" cy="53494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" name="그래픽 13">
              <a:extLst>
                <a:ext uri="{FF2B5EF4-FFF2-40B4-BE49-F238E27FC236}">
                  <a16:creationId xmlns:a16="http://schemas.microsoft.com/office/drawing/2014/main" id="{5E025E79-3AA6-4D63-8124-951BC7DB7D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53090" y="703886"/>
              <a:ext cx="2439947" cy="306000"/>
            </a:xfrm>
            <a:prstGeom prst="rect">
              <a:avLst/>
            </a:prstGeom>
          </p:spPr>
        </p:pic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586E495-2325-4AE7-B19B-19E6CB1162DB}"/>
              </a:ext>
            </a:extLst>
          </p:cNvPr>
          <p:cNvSpPr/>
          <p:nvPr userDrawn="1"/>
        </p:nvSpPr>
        <p:spPr>
          <a:xfrm>
            <a:off x="304800" y="1238866"/>
            <a:ext cx="11582400" cy="5081724"/>
          </a:xfrm>
          <a:prstGeom prst="roundRect">
            <a:avLst>
              <a:gd name="adj" fmla="val 590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9F38BCEA-676A-4B0B-8E86-A40B5890669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10249" y="351834"/>
            <a:ext cx="1804658" cy="418187"/>
          </a:xfrm>
          <a:prstGeom prst="rect">
            <a:avLst/>
          </a:prstGeom>
        </p:spPr>
      </p:pic>
      <p:pic>
        <p:nvPicPr>
          <p:cNvPr id="11" name="그래픽 10">
            <a:extLst>
              <a:ext uri="{FF2B5EF4-FFF2-40B4-BE49-F238E27FC236}">
                <a16:creationId xmlns:a16="http://schemas.microsoft.com/office/drawing/2014/main" id="{5101075D-F640-4FA4-97CB-86FEC163A3E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51784" y="6402236"/>
            <a:ext cx="2878006" cy="31013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26A94078-DF57-4E26-AE97-A63CD49F37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8645" y="6437033"/>
            <a:ext cx="1633984" cy="37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082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6EF48E-AA5A-4B27-A8D1-6ED0CD7FF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8CA093-A07F-4D1B-AB4B-9AB32EE6C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BDD396-55D1-4C42-9283-346ED12C2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2EA8-B672-4843-93F4-E1E34F34C15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BCF93B-0471-440D-8BA5-A8266E8F4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E18AC1-C9C5-42D7-8F8A-C21085C1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094E-C7B3-43BF-99DF-4E7FE25E5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106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AD6F14-C543-4A81-AF4C-98B57B8A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A132E7-3353-4DA4-ADA1-A76924E9A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B72F7C-2260-485A-9A33-85B39571E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4F2B30-FBC7-4CF9-96D1-9C11CA92E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2EA8-B672-4843-93F4-E1E34F34C15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59E718-D1DC-49C8-BBD2-5AC96B92C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1BAF92-0DB9-4F9B-9ADE-360260130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094E-C7B3-43BF-99DF-4E7FE25E5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774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2BB8DD-94A2-4C02-B186-7BF40C1A1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76BEDA-8AF5-47AF-A867-CD82A76C6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9E34D7-D733-44DF-8A5A-8BAF592CD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637F0D5-6048-4F08-9F05-4B98D32187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E644082-CA24-48CA-B5BD-D340ECFC5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2956FAE-56C5-46CB-A83D-D10BE6CA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2EA8-B672-4843-93F4-E1E34F34C15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D228E4-1CEF-479C-B9A0-23021DDBD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32E907-099D-4E57-BB5D-F8DD27CDA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094E-C7B3-43BF-99DF-4E7FE25E5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9889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C0965-B33D-4026-8891-E77CA26B6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F5D2C6D-CBB9-4884-A952-C0ABECDC7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2EA8-B672-4843-93F4-E1E34F34C15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0370D7-16AE-4773-8B95-EC428AED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56263A-7845-4ED5-838C-CB3EAC661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094E-C7B3-43BF-99DF-4E7FE25E5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37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A59CC06-6BA2-4A47-AF4F-5AD6B7BE4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2EA8-B672-4843-93F4-E1E34F34C15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1F1BBF-A649-4CF4-BA48-450DC960F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92B12A-ED03-41C7-8CB6-CF182CD0C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094E-C7B3-43BF-99DF-4E7FE25E5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212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EA57F4-0E7C-437E-98CA-54C4769BC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12FA99-C00F-43E0-A8DF-2D30958FC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616853-3601-40F5-8CE9-A1512EEFF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6BC4A1-A9F0-4FF2-9068-8B633CD4E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2EA8-B672-4843-93F4-E1E34F34C15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5F56F7-A5FB-4179-9263-D2482CD60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579811-33CF-418C-B1CF-E9619E508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094E-C7B3-43BF-99DF-4E7FE25E5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735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786C1C-0E48-49A8-A342-2C186AEC7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42F3D52-898A-4C84-B69B-7EBC0D26C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BF2504-5647-4F68-8D3C-078F1A69B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F7534A-BBC4-41F2-9A02-D6D1E08FF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2EA8-B672-4843-93F4-E1E34F34C15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797026-1973-456F-989E-FB3DF746A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632C83-6534-43C0-83C2-9EB7FFC0A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094E-C7B3-43BF-99DF-4E7FE25E5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010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B1A3C9-228F-438D-ADF2-F80953D20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192777-E1E2-4989-89D0-93FC3DCF7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CB0F0B-B60A-4C45-BF86-B88C5358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2EA8-B672-4843-93F4-E1E34F34C15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F8E5A3-CD91-435F-9BC9-FB5C59380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42CBA4-DBD1-468D-8769-17322C4EE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094E-C7B3-43BF-99DF-4E7FE25E5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737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EF95D69-BEFE-4D80-ACB6-39F50D3D4F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A9C8D9-6DD9-4759-A98C-E9D2A75B6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FB0A0F-7A14-460F-99F2-23642B1A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2EA8-B672-4843-93F4-E1E34F34C15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7EC61A-D23C-4F31-9326-601C3AA9C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533219-C987-4EAA-9184-BA9626F8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094E-C7B3-43BF-99DF-4E7FE25E5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237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6B4511-294D-4629-B9B8-90454C77B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A95D84-A398-4B8F-BB69-0347CD337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E3A2A5-1AC8-4BAF-9E4B-C7395CAB7E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42EA8-B672-4843-93F4-E1E34F34C15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0A1ACA-4415-499F-AD5F-E80420619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499100-179B-45BC-B335-5AA7D9364E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9094E-C7B3-43BF-99DF-4E7FE25E5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059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CC3487E-C6BE-464F-B675-0BA04106206C}"/>
              </a:ext>
            </a:extLst>
          </p:cNvPr>
          <p:cNvSpPr txBox="1"/>
          <p:nvPr/>
        </p:nvSpPr>
        <p:spPr>
          <a:xfrm>
            <a:off x="0" y="2522593"/>
            <a:ext cx="12192000" cy="915710"/>
          </a:xfrm>
          <a:prstGeom prst="rect">
            <a:avLst/>
          </a:prstGeom>
          <a:noFill/>
        </p:spPr>
        <p:txBody>
          <a:bodyPr wrap="square" lIns="83893" tIns="41947" rIns="83893" bIns="41947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제목을 입력해주세요</a:t>
            </a:r>
            <a:r>
              <a:rPr lang="en-US" altLang="ko-KR" sz="540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5400" dirty="0">
              <a:solidFill>
                <a:schemeClr val="bg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1" name="모서리가 둥근 직사각형 22">
            <a:extLst>
              <a:ext uri="{FF2B5EF4-FFF2-40B4-BE49-F238E27FC236}">
                <a16:creationId xmlns:a16="http://schemas.microsoft.com/office/drawing/2014/main" id="{7DBF637D-17B4-48A7-88BC-EFB15D81E200}"/>
              </a:ext>
            </a:extLst>
          </p:cNvPr>
          <p:cNvSpPr>
            <a:spLocks noChangeAspect="1"/>
          </p:cNvSpPr>
          <p:nvPr/>
        </p:nvSpPr>
        <p:spPr>
          <a:xfrm>
            <a:off x="2912700" y="4072976"/>
            <a:ext cx="1362542" cy="468000"/>
          </a:xfrm>
          <a:prstGeom prst="round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b="1" dirty="0">
                <a:solidFill>
                  <a:srgbClr val="F2592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     </a:t>
            </a:r>
            <a:r>
              <a:rPr lang="ko-KR" altLang="en-US" b="1" dirty="0" err="1">
                <a:solidFill>
                  <a:srgbClr val="F2592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름</a:t>
            </a:r>
            <a:endParaRPr lang="ko-KR" altLang="en-US" b="1" dirty="0">
              <a:solidFill>
                <a:srgbClr val="F2592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BD126C-09B6-40B1-BBAE-5570A25E6CF0}"/>
              </a:ext>
            </a:extLst>
          </p:cNvPr>
          <p:cNvSpPr txBox="1"/>
          <p:nvPr/>
        </p:nvSpPr>
        <p:spPr>
          <a:xfrm>
            <a:off x="4459309" y="4153088"/>
            <a:ext cx="987450" cy="3077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ko-KR" altLang="en-US" sz="2000" b="1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이름입력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D51BE6F4-1052-46DE-B36F-F6FFE76A54D9}"/>
              </a:ext>
            </a:extLst>
          </p:cNvPr>
          <p:cNvSpPr>
            <a:spLocks noChangeAspect="1"/>
          </p:cNvSpPr>
          <p:nvPr/>
        </p:nvSpPr>
        <p:spPr>
          <a:xfrm>
            <a:off x="6436604" y="4072976"/>
            <a:ext cx="1362542" cy="468000"/>
          </a:xfrm>
          <a:prstGeom prst="round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b="1" dirty="0">
                <a:solidFill>
                  <a:srgbClr val="F2592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지도교수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C051A2-A3C0-4D83-93B0-2A6BC9BF0B59}"/>
              </a:ext>
            </a:extLst>
          </p:cNvPr>
          <p:cNvSpPr txBox="1"/>
          <p:nvPr/>
        </p:nvSpPr>
        <p:spPr>
          <a:xfrm>
            <a:off x="8065063" y="4153088"/>
            <a:ext cx="1234312" cy="3077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ko-KR" altLang="en-US" sz="2000" b="1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지도교수명</a:t>
            </a:r>
          </a:p>
        </p:txBody>
      </p:sp>
    </p:spTree>
    <p:extLst>
      <p:ext uri="{BB962C8B-B14F-4D97-AF65-F5344CB8AC3E}">
        <p14:creationId xmlns:p14="http://schemas.microsoft.com/office/powerpoint/2010/main" val="1636371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CB4C897F-19B0-45A6-9003-40873B7281CA}"/>
              </a:ext>
            </a:extLst>
          </p:cNvPr>
          <p:cNvSpPr txBox="1"/>
          <p:nvPr/>
        </p:nvSpPr>
        <p:spPr>
          <a:xfrm>
            <a:off x="302843" y="525201"/>
            <a:ext cx="5980726" cy="577156"/>
          </a:xfrm>
          <a:prstGeom prst="rect">
            <a:avLst/>
          </a:prstGeom>
          <a:noFill/>
        </p:spPr>
        <p:txBody>
          <a:bodyPr wrap="square" lIns="83893" tIns="41947" rIns="83893" bIns="41947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페이지 제목 들어가는 공간입니다</a:t>
            </a:r>
            <a:r>
              <a:rPr lang="en-US" altLang="ko-KR" sz="320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3200" dirty="0">
              <a:solidFill>
                <a:schemeClr val="bg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8354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13</Words>
  <Application>Microsoft Office PowerPoint</Application>
  <PresentationFormat>와이드스크린</PresentationFormat>
  <Paragraphs>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G마켓 산스 TTF Bold</vt:lpstr>
      <vt:lpstr>G마켓 산스 TTF Medium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31</cp:revision>
  <dcterms:created xsi:type="dcterms:W3CDTF">2025-05-14T04:31:19Z</dcterms:created>
  <dcterms:modified xsi:type="dcterms:W3CDTF">2025-11-11T10:18:17Z</dcterms:modified>
</cp:coreProperties>
</file>