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30275213" cy="42803763"/>
  <p:notesSz cx="6858000" cy="9144000"/>
  <p:defaultTextStyle>
    <a:defPPr>
      <a:defRPr lang="ko-KR"/>
    </a:defPPr>
    <a:lvl1pPr marL="0" algn="l" defTabSz="4170874" rtl="0" eaLnBrk="1" latinLnBrk="1" hangingPunct="1">
      <a:defRPr sz="7411" kern="1200">
        <a:solidFill>
          <a:schemeClr val="tx1"/>
        </a:solidFill>
        <a:latin typeface="+mn-lt"/>
        <a:ea typeface="+mn-ea"/>
        <a:cs typeface="+mn-cs"/>
      </a:defRPr>
    </a:lvl1pPr>
    <a:lvl2pPr marL="2085433" algn="l" defTabSz="4170874" rtl="0" eaLnBrk="1" latinLnBrk="1" hangingPunct="1">
      <a:defRPr sz="7411" kern="1200">
        <a:solidFill>
          <a:schemeClr val="tx1"/>
        </a:solidFill>
        <a:latin typeface="+mn-lt"/>
        <a:ea typeface="+mn-ea"/>
        <a:cs typeface="+mn-cs"/>
      </a:defRPr>
    </a:lvl2pPr>
    <a:lvl3pPr marL="4170874" algn="l" defTabSz="4170874" rtl="0" eaLnBrk="1" latinLnBrk="1" hangingPunct="1">
      <a:defRPr sz="7411" kern="1200">
        <a:solidFill>
          <a:schemeClr val="tx1"/>
        </a:solidFill>
        <a:latin typeface="+mn-lt"/>
        <a:ea typeface="+mn-ea"/>
        <a:cs typeface="+mn-cs"/>
      </a:defRPr>
    </a:lvl3pPr>
    <a:lvl4pPr marL="6256306" algn="l" defTabSz="4170874" rtl="0" eaLnBrk="1" latinLnBrk="1" hangingPunct="1">
      <a:defRPr sz="7411" kern="1200">
        <a:solidFill>
          <a:schemeClr val="tx1"/>
        </a:solidFill>
        <a:latin typeface="+mn-lt"/>
        <a:ea typeface="+mn-ea"/>
        <a:cs typeface="+mn-cs"/>
      </a:defRPr>
    </a:lvl4pPr>
    <a:lvl5pPr marL="8341743" algn="l" defTabSz="4170874" rtl="0" eaLnBrk="1" latinLnBrk="1" hangingPunct="1">
      <a:defRPr sz="7411" kern="1200">
        <a:solidFill>
          <a:schemeClr val="tx1"/>
        </a:solidFill>
        <a:latin typeface="+mn-lt"/>
        <a:ea typeface="+mn-ea"/>
        <a:cs typeface="+mn-cs"/>
      </a:defRPr>
    </a:lvl5pPr>
    <a:lvl6pPr marL="10427189" algn="l" defTabSz="4170874" rtl="0" eaLnBrk="1" latinLnBrk="1" hangingPunct="1">
      <a:defRPr sz="7411" kern="1200">
        <a:solidFill>
          <a:schemeClr val="tx1"/>
        </a:solidFill>
        <a:latin typeface="+mn-lt"/>
        <a:ea typeface="+mn-ea"/>
        <a:cs typeface="+mn-cs"/>
      </a:defRPr>
    </a:lvl6pPr>
    <a:lvl7pPr marL="12512622" algn="l" defTabSz="4170874" rtl="0" eaLnBrk="1" latinLnBrk="1" hangingPunct="1">
      <a:defRPr sz="7411" kern="1200">
        <a:solidFill>
          <a:schemeClr val="tx1"/>
        </a:solidFill>
        <a:latin typeface="+mn-lt"/>
        <a:ea typeface="+mn-ea"/>
        <a:cs typeface="+mn-cs"/>
      </a:defRPr>
    </a:lvl7pPr>
    <a:lvl8pPr marL="14598050" algn="l" defTabSz="4170874" rtl="0" eaLnBrk="1" latinLnBrk="1" hangingPunct="1">
      <a:defRPr sz="7411" kern="1200">
        <a:solidFill>
          <a:schemeClr val="tx1"/>
        </a:solidFill>
        <a:latin typeface="+mn-lt"/>
        <a:ea typeface="+mn-ea"/>
        <a:cs typeface="+mn-cs"/>
      </a:defRPr>
    </a:lvl8pPr>
    <a:lvl9pPr marL="16683495" algn="l" defTabSz="4170874" rtl="0" eaLnBrk="1" latinLnBrk="1" hangingPunct="1">
      <a:defRPr sz="741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JOU" initials="A" lastIdx="1" clrIdx="0">
    <p:extLst>
      <p:ext uri="{19B8F6BF-5375-455C-9EA6-DF929625EA0E}">
        <p15:presenceInfo xmlns:p15="http://schemas.microsoft.com/office/powerpoint/2012/main" userId="AJO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5920"/>
    <a:srgbClr val="7A0053"/>
    <a:srgbClr val="BD0E85"/>
    <a:srgbClr val="832289"/>
    <a:srgbClr val="4E0056"/>
    <a:srgbClr val="2F1964"/>
    <a:srgbClr val="013476"/>
    <a:srgbClr val="0069A3"/>
    <a:srgbClr val="008BCC"/>
    <a:srgbClr val="006B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50" d="100"/>
          <a:sy n="50" d="100"/>
        </p:scale>
        <p:origin x="-54" y="36"/>
      </p:cViewPr>
      <p:guideLst>
        <p:guide orient="horz" pos="13482"/>
        <p:guide pos="95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F2EBF-8FF1-40DD-B8CB-C814F09E13BD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7FDB19-33E6-4597-90BE-2A10B022B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947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70643" y="13296922"/>
            <a:ext cx="25733935" cy="9175064"/>
          </a:xfrm>
          <a:prstGeom prst="rect">
            <a:avLst/>
          </a:prstGeom>
        </p:spPr>
        <p:txBody>
          <a:bodyPr lIns="83937" tIns="41967" rIns="83937" bIns="41967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4541286" y="24255472"/>
            <a:ext cx="21192649" cy="10938738"/>
          </a:xfrm>
          <a:prstGeom prst="rect">
            <a:avLst/>
          </a:prstGeom>
        </p:spPr>
        <p:txBody>
          <a:bodyPr lIns="83937" tIns="41967" rIns="83937" bIns="41967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783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67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5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35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19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03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487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271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1513774" y="39672765"/>
            <a:ext cx="7064216" cy="2278905"/>
          </a:xfrm>
          <a:prstGeom prst="rect">
            <a:avLst/>
          </a:prstGeom>
        </p:spPr>
        <p:txBody>
          <a:bodyPr lIns="83937" tIns="41967" rIns="83937" bIns="41967"/>
          <a:lstStyle/>
          <a:p>
            <a:fld id="{B97A18B4-7299-4267-86DD-AEA5FF0EDE62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10344040" y="39672765"/>
            <a:ext cx="9587151" cy="2278905"/>
          </a:xfrm>
          <a:prstGeom prst="rect">
            <a:avLst/>
          </a:prstGeom>
        </p:spPr>
        <p:txBody>
          <a:bodyPr lIns="83937" tIns="41967" rIns="83937" bIns="41967"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21697245" y="39672765"/>
            <a:ext cx="7064216" cy="2278905"/>
          </a:xfrm>
          <a:prstGeom prst="rect">
            <a:avLst/>
          </a:prstGeom>
        </p:spPr>
        <p:txBody>
          <a:bodyPr lIns="83937" tIns="41967" rIns="83937" bIns="41967"/>
          <a:lstStyle/>
          <a:p>
            <a:fld id="{61FD3256-0DFA-4CBE-8B7A-380D525D5D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73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F788CDD-197F-48FB-93E8-6EE0BD0E54C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0275214" cy="4280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336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56798" rtl="0" eaLnBrk="1" latinLnBrk="1" hangingPunct="1"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8799" indent="-358799" algn="l" defTabSz="956798" rtl="0" eaLnBrk="1" latinLnBrk="1" hangingPunct="1">
        <a:spcBef>
          <a:spcPct val="20000"/>
        </a:spcBef>
        <a:buFont typeface="Arial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1pPr>
      <a:lvl2pPr marL="777397" indent="-298999" algn="l" defTabSz="956798" rtl="0" eaLnBrk="1" latinLnBrk="1" hangingPunct="1">
        <a:spcBef>
          <a:spcPct val="20000"/>
        </a:spcBef>
        <a:buFont typeface="Arial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195998" indent="-239200" algn="l" defTabSz="956798" rtl="0" eaLnBrk="1" latinLnBrk="1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398" indent="-239200" algn="l" defTabSz="956798" rtl="0" eaLnBrk="1" latinLnBrk="1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52796" indent="-239200" algn="l" defTabSz="956798" rtl="0" eaLnBrk="1" latinLnBrk="1" hangingPunct="1">
        <a:spcBef>
          <a:spcPct val="20000"/>
        </a:spcBef>
        <a:buFont typeface="Arial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94" indent="-239200" algn="l" defTabSz="95679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09593" indent="-239200" algn="l" defTabSz="95679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87992" indent="-239200" algn="l" defTabSz="95679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66392" indent="-239200" algn="l" defTabSz="95679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56798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78398" algn="l" defTabSz="956798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56798" algn="l" defTabSz="956798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196" algn="l" defTabSz="956798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913595" algn="l" defTabSz="956798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391996" algn="l" defTabSz="956798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870394" algn="l" defTabSz="956798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348791" algn="l" defTabSz="956798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27192" algn="l" defTabSz="956798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7ACBC8-534A-0867-BB1F-5F827F7BAE03}"/>
              </a:ext>
            </a:extLst>
          </p:cNvPr>
          <p:cNvSpPr txBox="1"/>
          <p:nvPr/>
        </p:nvSpPr>
        <p:spPr>
          <a:xfrm>
            <a:off x="15857713" y="8564179"/>
            <a:ext cx="5852070" cy="669489"/>
          </a:xfrm>
          <a:prstGeom prst="rect">
            <a:avLst/>
          </a:prstGeom>
          <a:noFill/>
        </p:spPr>
        <p:txBody>
          <a:bodyPr wrap="none" lIns="83893" tIns="41947" rIns="83893" bIns="41947" rtlCol="0">
            <a:spAutoFit/>
          </a:bodyPr>
          <a:lstStyle/>
          <a:p>
            <a:r>
              <a:rPr lang="ko-KR" altLang="en-US" sz="38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내용 입력하는 부분 입니다</a:t>
            </a:r>
            <a:r>
              <a:rPr lang="en-US" altLang="ko-KR" sz="38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  <a:endParaRPr lang="ko-KR" altLang="en-US" sz="3800" dirty="0">
              <a:solidFill>
                <a:schemeClr val="tx1">
                  <a:lumMod val="75000"/>
                  <a:lumOff val="25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63E3ED-9FB9-90E4-437B-D17B5ADC27FA}"/>
              </a:ext>
            </a:extLst>
          </p:cNvPr>
          <p:cNvSpPr txBox="1"/>
          <p:nvPr/>
        </p:nvSpPr>
        <p:spPr>
          <a:xfrm>
            <a:off x="2526584" y="8564179"/>
            <a:ext cx="5852070" cy="669489"/>
          </a:xfrm>
          <a:prstGeom prst="rect">
            <a:avLst/>
          </a:prstGeom>
          <a:noFill/>
        </p:spPr>
        <p:txBody>
          <a:bodyPr wrap="none" lIns="83893" tIns="41947" rIns="83893" bIns="41947" rtlCol="0">
            <a:spAutoFit/>
          </a:bodyPr>
          <a:lstStyle/>
          <a:p>
            <a:r>
              <a:rPr lang="ko-KR" altLang="en-US" sz="38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내용 입력하는 부분 입니다</a:t>
            </a:r>
            <a:r>
              <a:rPr lang="en-US" altLang="ko-KR" sz="38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  <a:endParaRPr lang="ko-KR" altLang="en-US" sz="3800" dirty="0">
              <a:solidFill>
                <a:schemeClr val="tx1">
                  <a:lumMod val="75000"/>
                  <a:lumOff val="25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26306" y="1320300"/>
            <a:ext cx="21332180" cy="2300705"/>
          </a:xfrm>
          <a:prstGeom prst="rect">
            <a:avLst/>
          </a:prstGeom>
          <a:noFill/>
        </p:spPr>
        <p:txBody>
          <a:bodyPr wrap="square" lIns="83893" tIns="41947" rIns="83893" bIns="41947" rtlCol="0">
            <a:spAutoFit/>
          </a:bodyPr>
          <a:lstStyle/>
          <a:p>
            <a:r>
              <a:rPr lang="ko-KR" altLang="en-US" sz="14400" dirty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제목을 입력해주세요</a:t>
            </a:r>
            <a:r>
              <a:rPr lang="en-US" altLang="ko-KR" sz="14400" dirty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.</a:t>
            </a:r>
            <a:endParaRPr lang="ko-KR" altLang="en-US" sz="14400" dirty="0">
              <a:solidFill>
                <a:schemeClr val="bg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0ADB12-0CBE-4517-96B3-AD2F6153E432}"/>
              </a:ext>
            </a:extLst>
          </p:cNvPr>
          <p:cNvSpPr txBox="1"/>
          <p:nvPr/>
        </p:nvSpPr>
        <p:spPr>
          <a:xfrm>
            <a:off x="15911730" y="39166440"/>
            <a:ext cx="9999997" cy="669489"/>
          </a:xfrm>
          <a:prstGeom prst="rect">
            <a:avLst/>
          </a:prstGeom>
          <a:noFill/>
        </p:spPr>
        <p:txBody>
          <a:bodyPr wrap="square" lIns="83893" tIns="41947" rIns="83893" bIns="41947" rtlCol="0">
            <a:spAutoFit/>
          </a:bodyPr>
          <a:lstStyle/>
          <a:p>
            <a:r>
              <a:rPr lang="en-US" altLang="ko-KR" sz="38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https:// URL</a:t>
            </a:r>
            <a:r>
              <a:rPr lang="ko-KR" altLang="en-US" sz="38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입력 부분입니다</a:t>
            </a:r>
            <a:r>
              <a:rPr lang="en-US" altLang="ko-KR" sz="38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  <a:endParaRPr lang="ko-KR" altLang="en-US" sz="3800" dirty="0">
              <a:solidFill>
                <a:schemeClr val="tx1">
                  <a:lumMod val="75000"/>
                  <a:lumOff val="25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7" name="모서리가 둥근 직사각형 2">
            <a:extLst>
              <a:ext uri="{FF2B5EF4-FFF2-40B4-BE49-F238E27FC236}">
                <a16:creationId xmlns:a16="http://schemas.microsoft.com/office/drawing/2014/main" id="{DD385020-4C3C-42B8-BC77-6620858A9CC5}"/>
              </a:ext>
            </a:extLst>
          </p:cNvPr>
          <p:cNvSpPr/>
          <p:nvPr/>
        </p:nvSpPr>
        <p:spPr>
          <a:xfrm>
            <a:off x="25218726" y="37574459"/>
            <a:ext cx="2529901" cy="2554855"/>
          </a:xfrm>
          <a:prstGeom prst="roundRect">
            <a:avLst>
              <a:gd name="adj" fmla="val 1922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spcCol="0" rtlCol="0" anchor="ctr"/>
          <a:lstStyle/>
          <a:p>
            <a:pPr algn="ctr"/>
            <a:r>
              <a:rPr lang="en-US" altLang="ko-KR" sz="28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QR</a:t>
            </a:r>
            <a:r>
              <a:rPr lang="ko-KR" altLang="en-US" sz="28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코드</a:t>
            </a:r>
            <a:br>
              <a:rPr lang="en-US" altLang="ko-KR" sz="28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</a:br>
            <a:r>
              <a:rPr lang="ko-KR" altLang="en-US" sz="28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입력 부분</a:t>
            </a:r>
            <a:br>
              <a:rPr lang="en-US" altLang="ko-KR" sz="28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</a:br>
            <a:r>
              <a:rPr lang="ko-KR" altLang="en-US" sz="28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입니다</a:t>
            </a:r>
            <a:r>
              <a:rPr lang="en-US" altLang="ko-KR" sz="2800" dirty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.</a:t>
            </a:r>
            <a:endParaRPr lang="ko-KR" altLang="en-US" sz="28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F51300C-A8A4-4F21-8DFC-E5F95FD9C79B}"/>
              </a:ext>
            </a:extLst>
          </p:cNvPr>
          <p:cNvSpPr txBox="1"/>
          <p:nvPr/>
        </p:nvSpPr>
        <p:spPr>
          <a:xfrm>
            <a:off x="15857713" y="21806955"/>
            <a:ext cx="5852070" cy="669489"/>
          </a:xfrm>
          <a:prstGeom prst="rect">
            <a:avLst/>
          </a:prstGeom>
          <a:noFill/>
        </p:spPr>
        <p:txBody>
          <a:bodyPr wrap="none" lIns="83893" tIns="41947" rIns="83893" bIns="41947" rtlCol="0">
            <a:spAutoFit/>
          </a:bodyPr>
          <a:lstStyle/>
          <a:p>
            <a:r>
              <a:rPr lang="ko-KR" altLang="en-US" sz="38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내용 입력하는 부분 입니다</a:t>
            </a:r>
            <a:r>
              <a:rPr lang="en-US" altLang="ko-KR" sz="38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  <a:endParaRPr lang="ko-KR" altLang="en-US" sz="3800" dirty="0">
              <a:solidFill>
                <a:schemeClr val="tx1">
                  <a:lumMod val="75000"/>
                  <a:lumOff val="25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961928-73F7-47BF-B4B1-33B4DB12963C}"/>
              </a:ext>
            </a:extLst>
          </p:cNvPr>
          <p:cNvSpPr txBox="1"/>
          <p:nvPr/>
        </p:nvSpPr>
        <p:spPr>
          <a:xfrm>
            <a:off x="2526584" y="21806955"/>
            <a:ext cx="5852070" cy="669489"/>
          </a:xfrm>
          <a:prstGeom prst="rect">
            <a:avLst/>
          </a:prstGeom>
          <a:noFill/>
        </p:spPr>
        <p:txBody>
          <a:bodyPr wrap="none" lIns="83893" tIns="41947" rIns="83893" bIns="41947" rtlCol="0">
            <a:spAutoFit/>
          </a:bodyPr>
          <a:lstStyle/>
          <a:p>
            <a:r>
              <a:rPr lang="ko-KR" altLang="en-US" sz="38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내용 입력하는 부분 입니다</a:t>
            </a:r>
            <a:r>
              <a:rPr lang="en-US" altLang="ko-KR" sz="38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  <a:endParaRPr lang="ko-KR" altLang="en-US" sz="3800" dirty="0">
              <a:solidFill>
                <a:schemeClr val="tx1">
                  <a:lumMod val="75000"/>
                  <a:lumOff val="25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ACB68F1-EE21-435E-BA82-8E3DB6128652}"/>
              </a:ext>
            </a:extLst>
          </p:cNvPr>
          <p:cNvSpPr txBox="1"/>
          <p:nvPr/>
        </p:nvSpPr>
        <p:spPr>
          <a:xfrm>
            <a:off x="15857713" y="31364597"/>
            <a:ext cx="5852070" cy="669489"/>
          </a:xfrm>
          <a:prstGeom prst="rect">
            <a:avLst/>
          </a:prstGeom>
          <a:noFill/>
        </p:spPr>
        <p:txBody>
          <a:bodyPr wrap="none" lIns="83893" tIns="41947" rIns="83893" bIns="41947" rtlCol="0">
            <a:spAutoFit/>
          </a:bodyPr>
          <a:lstStyle/>
          <a:p>
            <a:r>
              <a:rPr lang="ko-KR" altLang="en-US" sz="38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내용 입력하는 부분 입니다</a:t>
            </a:r>
            <a:r>
              <a:rPr lang="en-US" altLang="ko-KR" sz="38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  <a:endParaRPr lang="ko-KR" altLang="en-US" sz="3800" dirty="0">
              <a:solidFill>
                <a:schemeClr val="tx1">
                  <a:lumMod val="75000"/>
                  <a:lumOff val="25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B19B675-D5FB-43E4-8D88-4277D1370786}"/>
              </a:ext>
            </a:extLst>
          </p:cNvPr>
          <p:cNvGrpSpPr/>
          <p:nvPr/>
        </p:nvGrpSpPr>
        <p:grpSpPr>
          <a:xfrm>
            <a:off x="2526584" y="7246021"/>
            <a:ext cx="7786486" cy="1008000"/>
            <a:chOff x="2526584" y="7246021"/>
            <a:chExt cx="7786486" cy="1008000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20A81216-CEE9-445F-A888-8DD38BB036CD}"/>
                </a:ext>
              </a:extLst>
            </p:cNvPr>
            <p:cNvSpPr/>
            <p:nvPr/>
          </p:nvSpPr>
          <p:spPr>
            <a:xfrm>
              <a:off x="2526584" y="7246021"/>
              <a:ext cx="7786486" cy="1008000"/>
            </a:xfrm>
            <a:prstGeom prst="roundRect">
              <a:avLst>
                <a:gd name="adj" fmla="val 50000"/>
              </a:avLst>
            </a:prstGeom>
            <a:solidFill>
              <a:srgbClr val="F259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9" name="그래픽 8">
              <a:extLst>
                <a:ext uri="{FF2B5EF4-FFF2-40B4-BE49-F238E27FC236}">
                  <a16:creationId xmlns:a16="http://schemas.microsoft.com/office/drawing/2014/main" id="{10FA8A37-01DA-4BF0-8BC5-00F3C1FD68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81258" y="7390021"/>
              <a:ext cx="720000" cy="720000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B8B63B8-A5D0-4C7E-965F-B1A73F689578}"/>
                </a:ext>
              </a:extLst>
            </p:cNvPr>
            <p:cNvSpPr txBox="1"/>
            <p:nvPr/>
          </p:nvSpPr>
          <p:spPr>
            <a:xfrm>
              <a:off x="3688334" y="7379409"/>
              <a:ext cx="4487126" cy="80021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ko-KR" altLang="en-US" sz="4600" dirty="0">
                  <a:solidFill>
                    <a:schemeClr val="bg1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개발동기 및 목적</a:t>
              </a: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8855E2C8-528E-4A48-8B35-72EC0037F84C}"/>
              </a:ext>
            </a:extLst>
          </p:cNvPr>
          <p:cNvGrpSpPr/>
          <p:nvPr/>
        </p:nvGrpSpPr>
        <p:grpSpPr>
          <a:xfrm>
            <a:off x="2526584" y="20465889"/>
            <a:ext cx="7786486" cy="1008000"/>
            <a:chOff x="2526584" y="20465889"/>
            <a:chExt cx="7786486" cy="1008000"/>
          </a:xfrm>
        </p:grpSpPr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EC7611B6-C632-4375-9CDE-E3D3609FB36D}"/>
                </a:ext>
              </a:extLst>
            </p:cNvPr>
            <p:cNvSpPr/>
            <p:nvPr/>
          </p:nvSpPr>
          <p:spPr>
            <a:xfrm>
              <a:off x="2526584" y="20465889"/>
              <a:ext cx="7786486" cy="1008000"/>
            </a:xfrm>
            <a:prstGeom prst="roundRect">
              <a:avLst>
                <a:gd name="adj" fmla="val 50000"/>
              </a:avLst>
            </a:prstGeom>
            <a:solidFill>
              <a:srgbClr val="F259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B6EDF3B-B0D9-459B-B4FA-D19D166DE489}"/>
                </a:ext>
              </a:extLst>
            </p:cNvPr>
            <p:cNvSpPr txBox="1"/>
            <p:nvPr/>
          </p:nvSpPr>
          <p:spPr>
            <a:xfrm>
              <a:off x="3688334" y="20609889"/>
              <a:ext cx="2454518" cy="80021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ko-KR" altLang="en-US" sz="4600" dirty="0">
                  <a:solidFill>
                    <a:schemeClr val="bg1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개발내용</a:t>
              </a:r>
            </a:p>
          </p:txBody>
        </p:sp>
        <p:pic>
          <p:nvPicPr>
            <p:cNvPr id="10" name="그래픽 9">
              <a:extLst>
                <a:ext uri="{FF2B5EF4-FFF2-40B4-BE49-F238E27FC236}">
                  <a16:creationId xmlns:a16="http://schemas.microsoft.com/office/drawing/2014/main" id="{13680301-B25E-42F7-950C-8A44C0C82C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881902" y="20609889"/>
              <a:ext cx="619355" cy="720000"/>
            </a:xfrm>
            <a:prstGeom prst="rect">
              <a:avLst/>
            </a:prstGeom>
          </p:spPr>
        </p:pic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DB5F445B-119B-43C0-A944-34DAA5003A10}"/>
              </a:ext>
            </a:extLst>
          </p:cNvPr>
          <p:cNvGrpSpPr/>
          <p:nvPr/>
        </p:nvGrpSpPr>
        <p:grpSpPr>
          <a:xfrm>
            <a:off x="15857713" y="20465889"/>
            <a:ext cx="7786486" cy="1008000"/>
            <a:chOff x="15857713" y="20465889"/>
            <a:chExt cx="7786486" cy="1008000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7DF4AADF-4B15-41B7-AE41-3E8176D956FA}"/>
                </a:ext>
              </a:extLst>
            </p:cNvPr>
            <p:cNvSpPr/>
            <p:nvPr/>
          </p:nvSpPr>
          <p:spPr>
            <a:xfrm>
              <a:off x="15857713" y="20465889"/>
              <a:ext cx="7786486" cy="1008000"/>
            </a:xfrm>
            <a:prstGeom prst="roundRect">
              <a:avLst>
                <a:gd name="adj" fmla="val 50000"/>
              </a:avLst>
            </a:prstGeom>
            <a:solidFill>
              <a:srgbClr val="F259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C2105AA-0322-47DB-AD2D-F1F13966A275}"/>
                </a:ext>
              </a:extLst>
            </p:cNvPr>
            <p:cNvSpPr txBox="1"/>
            <p:nvPr/>
          </p:nvSpPr>
          <p:spPr>
            <a:xfrm>
              <a:off x="17019463" y="20599277"/>
              <a:ext cx="3352200" cy="80021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ko-KR" altLang="en-US" sz="4600" dirty="0">
                  <a:solidFill>
                    <a:schemeClr val="bg1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결과 및 분석</a:t>
              </a:r>
            </a:p>
          </p:txBody>
        </p:sp>
        <p:pic>
          <p:nvPicPr>
            <p:cNvPr id="28" name="그래픽 27">
              <a:extLst>
                <a:ext uri="{FF2B5EF4-FFF2-40B4-BE49-F238E27FC236}">
                  <a16:creationId xmlns:a16="http://schemas.microsoft.com/office/drawing/2014/main" id="{0F844F67-8C21-4C30-B4FA-4B3B715133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6125107" y="20609889"/>
              <a:ext cx="636923" cy="720000"/>
            </a:xfrm>
            <a:prstGeom prst="rect">
              <a:avLst/>
            </a:prstGeom>
          </p:spPr>
        </p:pic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4809D1B0-01EF-4936-BC0D-6480852D0A06}"/>
              </a:ext>
            </a:extLst>
          </p:cNvPr>
          <p:cNvGrpSpPr/>
          <p:nvPr/>
        </p:nvGrpSpPr>
        <p:grpSpPr>
          <a:xfrm>
            <a:off x="15911730" y="7246021"/>
            <a:ext cx="7786486" cy="1008000"/>
            <a:chOff x="15911730" y="7246021"/>
            <a:chExt cx="7786486" cy="1008000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82F0D0CF-C6D5-451E-B898-AC18F320F067}"/>
                </a:ext>
              </a:extLst>
            </p:cNvPr>
            <p:cNvSpPr/>
            <p:nvPr/>
          </p:nvSpPr>
          <p:spPr>
            <a:xfrm>
              <a:off x="15911730" y="7246021"/>
              <a:ext cx="7786486" cy="1008000"/>
            </a:xfrm>
            <a:prstGeom prst="roundRect">
              <a:avLst>
                <a:gd name="adj" fmla="val 50000"/>
              </a:avLst>
            </a:prstGeom>
            <a:solidFill>
              <a:srgbClr val="F259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A005FEF-4B0B-469E-91C1-DE1669DF4C8D}"/>
                </a:ext>
              </a:extLst>
            </p:cNvPr>
            <p:cNvSpPr txBox="1"/>
            <p:nvPr/>
          </p:nvSpPr>
          <p:spPr>
            <a:xfrm>
              <a:off x="17073480" y="7379409"/>
              <a:ext cx="2454518" cy="80021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ko-KR" altLang="en-US" sz="4600" dirty="0">
                  <a:solidFill>
                    <a:schemeClr val="bg1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주요기술</a:t>
              </a:r>
            </a:p>
          </p:txBody>
        </p:sp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C5D2C543-208C-4E3B-9D38-664184D2287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6286607" y="7372021"/>
              <a:ext cx="475423" cy="756000"/>
            </a:xfrm>
            <a:prstGeom prst="rect">
              <a:avLst/>
            </a:prstGeom>
          </p:spPr>
        </p:pic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A857F159-F931-40B4-A889-9991A84D8E3D}"/>
              </a:ext>
            </a:extLst>
          </p:cNvPr>
          <p:cNvGrpSpPr/>
          <p:nvPr/>
        </p:nvGrpSpPr>
        <p:grpSpPr>
          <a:xfrm>
            <a:off x="15857713" y="30057693"/>
            <a:ext cx="7786486" cy="1008000"/>
            <a:chOff x="15857713" y="30057693"/>
            <a:chExt cx="7786486" cy="1008000"/>
          </a:xfrm>
        </p:grpSpPr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D227D895-2B8C-4A23-BC00-FE4DE9010F16}"/>
                </a:ext>
              </a:extLst>
            </p:cNvPr>
            <p:cNvSpPr/>
            <p:nvPr/>
          </p:nvSpPr>
          <p:spPr>
            <a:xfrm>
              <a:off x="15857713" y="30057693"/>
              <a:ext cx="7786486" cy="1008000"/>
            </a:xfrm>
            <a:prstGeom prst="roundRect">
              <a:avLst>
                <a:gd name="adj" fmla="val 50000"/>
              </a:avLst>
            </a:prstGeom>
            <a:solidFill>
              <a:srgbClr val="F259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6294286-A586-44CF-BB0A-106D4644A361}"/>
                </a:ext>
              </a:extLst>
            </p:cNvPr>
            <p:cNvSpPr txBox="1"/>
            <p:nvPr/>
          </p:nvSpPr>
          <p:spPr>
            <a:xfrm>
              <a:off x="17019463" y="30191081"/>
              <a:ext cx="5622052" cy="80021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ko-KR" altLang="en-US" sz="4600" dirty="0">
                  <a:solidFill>
                    <a:schemeClr val="bg1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활용방안 및 기대효과</a:t>
              </a:r>
            </a:p>
          </p:txBody>
        </p:sp>
        <p:pic>
          <p:nvPicPr>
            <p:cNvPr id="30" name="그래픽 29">
              <a:extLst>
                <a:ext uri="{FF2B5EF4-FFF2-40B4-BE49-F238E27FC236}">
                  <a16:creationId xmlns:a16="http://schemas.microsoft.com/office/drawing/2014/main" id="{833276CB-BB04-4865-A85F-21204BCEC8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6104072" y="30201693"/>
              <a:ext cx="720000" cy="720000"/>
            </a:xfrm>
            <a:prstGeom prst="rect">
              <a:avLst/>
            </a:prstGeom>
          </p:spPr>
        </p:pic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C9B30484-A8B2-4E22-9079-8FDC0D2EF1AB}"/>
              </a:ext>
            </a:extLst>
          </p:cNvPr>
          <p:cNvGrpSpPr/>
          <p:nvPr/>
        </p:nvGrpSpPr>
        <p:grpSpPr>
          <a:xfrm>
            <a:off x="15911730" y="37873300"/>
            <a:ext cx="7786486" cy="1008000"/>
            <a:chOff x="2526584" y="37688108"/>
            <a:chExt cx="7786486" cy="1008000"/>
          </a:xfrm>
        </p:grpSpPr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B439F45A-0BCC-4BF9-A231-2FD136D30108}"/>
                </a:ext>
              </a:extLst>
            </p:cNvPr>
            <p:cNvSpPr/>
            <p:nvPr/>
          </p:nvSpPr>
          <p:spPr>
            <a:xfrm>
              <a:off x="2526584" y="37688108"/>
              <a:ext cx="7786486" cy="1008000"/>
            </a:xfrm>
            <a:prstGeom prst="roundRect">
              <a:avLst>
                <a:gd name="adj" fmla="val 50000"/>
              </a:avLst>
            </a:prstGeom>
            <a:solidFill>
              <a:srgbClr val="F259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5866267-204B-4595-B4A9-DF7F6DD763EC}"/>
                </a:ext>
              </a:extLst>
            </p:cNvPr>
            <p:cNvSpPr txBox="1"/>
            <p:nvPr/>
          </p:nvSpPr>
          <p:spPr>
            <a:xfrm>
              <a:off x="3688334" y="37802611"/>
              <a:ext cx="3995004" cy="80021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ko-KR" altLang="en-US" sz="4600" dirty="0">
                  <a:solidFill>
                    <a:schemeClr val="bg1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오픈소스 </a:t>
              </a:r>
              <a:r>
                <a:rPr lang="en-US" altLang="ko-KR" sz="4600" dirty="0">
                  <a:solidFill>
                    <a:schemeClr val="bg1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URL</a:t>
              </a:r>
              <a:endParaRPr lang="ko-KR" altLang="en-US" sz="4600" dirty="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  <p:pic>
          <p:nvPicPr>
            <p:cNvPr id="31" name="그래픽 30">
              <a:extLst>
                <a:ext uri="{FF2B5EF4-FFF2-40B4-BE49-F238E27FC236}">
                  <a16:creationId xmlns:a16="http://schemas.microsoft.com/office/drawing/2014/main" id="{69FAE06E-F942-44DE-B449-ECB1BA9FB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884831" y="37870771"/>
              <a:ext cx="659488" cy="659489"/>
            </a:xfrm>
            <a:prstGeom prst="rect">
              <a:avLst/>
            </a:prstGeom>
          </p:spPr>
        </p:pic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DC3A0C64-5524-4DE5-9B7E-B2AC42A63E16}"/>
              </a:ext>
            </a:extLst>
          </p:cNvPr>
          <p:cNvSpPr txBox="1"/>
          <p:nvPr/>
        </p:nvSpPr>
        <p:spPr>
          <a:xfrm>
            <a:off x="4277200" y="4187404"/>
            <a:ext cx="3331040" cy="61555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ko-KR" altLang="en-US" sz="4000" b="1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이름</a:t>
            </a:r>
            <a:r>
              <a:rPr lang="en-US" altLang="ko-KR" sz="4000" b="1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4000" b="1" dirty="0" err="1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팀명</a:t>
            </a:r>
            <a:r>
              <a:rPr lang="en-US" altLang="ko-KR" sz="4000" b="1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r>
              <a:rPr lang="ko-KR" altLang="en-US" sz="4000" b="1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입력</a:t>
            </a:r>
          </a:p>
        </p:txBody>
      </p:sp>
      <p:sp>
        <p:nvSpPr>
          <p:cNvPr id="46" name="모서리가 둥근 직사각형 22">
            <a:extLst>
              <a:ext uri="{FF2B5EF4-FFF2-40B4-BE49-F238E27FC236}">
                <a16:creationId xmlns:a16="http://schemas.microsoft.com/office/drawing/2014/main" id="{D1AD3A71-8543-412F-B06B-06C918E596E3}"/>
              </a:ext>
            </a:extLst>
          </p:cNvPr>
          <p:cNvSpPr/>
          <p:nvPr/>
        </p:nvSpPr>
        <p:spPr>
          <a:xfrm>
            <a:off x="1930488" y="5109899"/>
            <a:ext cx="2096219" cy="720000"/>
          </a:xfrm>
          <a:prstGeom prst="round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3600" b="1" dirty="0">
                <a:solidFill>
                  <a:srgbClr val="F2592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지도교수</a:t>
            </a:r>
          </a:p>
        </p:txBody>
      </p:sp>
      <p:sp>
        <p:nvSpPr>
          <p:cNvPr id="51" name="모서리가 둥근 직사각형 22">
            <a:extLst>
              <a:ext uri="{FF2B5EF4-FFF2-40B4-BE49-F238E27FC236}">
                <a16:creationId xmlns:a16="http://schemas.microsoft.com/office/drawing/2014/main" id="{8C03773D-48ED-4361-9786-92DA1BDD9478}"/>
              </a:ext>
            </a:extLst>
          </p:cNvPr>
          <p:cNvSpPr/>
          <p:nvPr/>
        </p:nvSpPr>
        <p:spPr>
          <a:xfrm>
            <a:off x="9432366" y="5109899"/>
            <a:ext cx="2096219" cy="720000"/>
          </a:xfrm>
          <a:prstGeom prst="round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3600" b="1" dirty="0">
                <a:solidFill>
                  <a:srgbClr val="F2592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멘     토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9E92676-AD6F-4658-9906-A6651E73C660}"/>
              </a:ext>
            </a:extLst>
          </p:cNvPr>
          <p:cNvSpPr txBox="1"/>
          <p:nvPr/>
        </p:nvSpPr>
        <p:spPr>
          <a:xfrm>
            <a:off x="4265737" y="5189413"/>
            <a:ext cx="1481175" cy="61555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ko-KR" altLang="en-US" sz="4000" b="1" dirty="0" err="1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교수명</a:t>
            </a:r>
            <a:endParaRPr lang="ko-KR" altLang="en-US" sz="4000" b="1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0D630A7-DE13-4D0F-8D60-E8BB3F39B386}"/>
              </a:ext>
            </a:extLst>
          </p:cNvPr>
          <p:cNvSpPr txBox="1"/>
          <p:nvPr/>
        </p:nvSpPr>
        <p:spPr>
          <a:xfrm>
            <a:off x="11794554" y="5189413"/>
            <a:ext cx="8207375" cy="61555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ko-KR" altLang="en-US" sz="4000" b="1" dirty="0" err="1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멘토입력</a:t>
            </a:r>
            <a:r>
              <a:rPr lang="en-US" altLang="ko-KR" sz="4000" b="1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4000" b="1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멘토가 있을 경우에만 작성</a:t>
            </a:r>
            <a:r>
              <a:rPr lang="en-US" altLang="ko-KR" sz="4000" b="1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endParaRPr lang="ko-KR" altLang="en-US" sz="4000" b="1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9" name="모서리가 둥근 직사각형 22">
            <a:extLst>
              <a:ext uri="{FF2B5EF4-FFF2-40B4-BE49-F238E27FC236}">
                <a16:creationId xmlns:a16="http://schemas.microsoft.com/office/drawing/2014/main" id="{836ADC78-6103-43C5-98BD-18F60D3B3689}"/>
              </a:ext>
            </a:extLst>
          </p:cNvPr>
          <p:cNvSpPr/>
          <p:nvPr/>
        </p:nvSpPr>
        <p:spPr>
          <a:xfrm>
            <a:off x="1930488" y="4104590"/>
            <a:ext cx="2096219" cy="720000"/>
          </a:xfrm>
          <a:prstGeom prst="round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3600" b="1" dirty="0">
                <a:solidFill>
                  <a:srgbClr val="F2592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     </a:t>
            </a:r>
            <a:r>
              <a:rPr lang="ko-KR" altLang="en-US" sz="3600" b="1" dirty="0" err="1">
                <a:solidFill>
                  <a:srgbClr val="F2592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름</a:t>
            </a:r>
            <a:endParaRPr lang="ko-KR" altLang="en-US" sz="3600" b="1" dirty="0">
              <a:solidFill>
                <a:srgbClr val="F2592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0" name="모서리가 둥근 직사각형 22">
            <a:extLst>
              <a:ext uri="{FF2B5EF4-FFF2-40B4-BE49-F238E27FC236}">
                <a16:creationId xmlns:a16="http://schemas.microsoft.com/office/drawing/2014/main" id="{070C356F-74FA-4634-8828-5215C6FC2444}"/>
              </a:ext>
            </a:extLst>
          </p:cNvPr>
          <p:cNvSpPr/>
          <p:nvPr/>
        </p:nvSpPr>
        <p:spPr>
          <a:xfrm>
            <a:off x="9432366" y="4107890"/>
            <a:ext cx="2096219" cy="720000"/>
          </a:xfrm>
          <a:prstGeom prst="round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r>
              <a:rPr lang="ko-KR" altLang="en-US" sz="3600" b="1" dirty="0">
                <a:solidFill>
                  <a:srgbClr val="F2592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팀     원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8E67BF1-2AB4-4A06-973B-6CFEEB076451}"/>
              </a:ext>
            </a:extLst>
          </p:cNvPr>
          <p:cNvSpPr txBox="1"/>
          <p:nvPr/>
        </p:nvSpPr>
        <p:spPr>
          <a:xfrm>
            <a:off x="11794554" y="4187404"/>
            <a:ext cx="9675726" cy="61555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ko-KR" altLang="en-US" sz="4000" b="1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팀원입력</a:t>
            </a:r>
            <a:r>
              <a:rPr lang="en-US" altLang="ko-KR" sz="4000" b="1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(2</a:t>
            </a:r>
            <a:r>
              <a:rPr lang="ko-KR" altLang="en-US" sz="4000" b="1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인 이상 팀으로 참가시에만 작성</a:t>
            </a:r>
            <a:r>
              <a:rPr lang="en-US" altLang="ko-KR" sz="4000" b="1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endParaRPr lang="ko-KR" altLang="en-US" sz="4000" b="1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1776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727</TotalTime>
  <Words>84</Words>
  <Application>Microsoft Office PowerPoint</Application>
  <PresentationFormat>사용자 지정</PresentationFormat>
  <Paragraphs>22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G마켓 산스 Medium</vt:lpstr>
      <vt:lpstr>G마켓 산스 TTF Bold</vt:lpstr>
      <vt:lpstr>G마켓 산스 TTF Medium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AJOU</cp:lastModifiedBy>
  <cp:revision>162</cp:revision>
  <dcterms:created xsi:type="dcterms:W3CDTF">2019-05-23T04:55:04Z</dcterms:created>
  <dcterms:modified xsi:type="dcterms:W3CDTF">2025-11-21T02:38:05Z</dcterms:modified>
</cp:coreProperties>
</file>